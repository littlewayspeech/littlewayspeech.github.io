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A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2DC8-B520-8EA6-3AF8-8511DDB0C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88F5D-2281-D9B5-CB8D-A06704CD7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2B7FD-41D8-189D-8AF8-4BBDDAF9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96545-E4EE-4D1D-68E3-428F0ECE9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623CA-73AA-E571-F31F-40E20990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7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662C-7169-94CB-9236-B3D3B5C27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1438-67BD-F5FE-1D38-65E8E2194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FF184-751F-A9E9-AAB4-EEC3077B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40BAD-CF75-21C5-9894-25AEBCB8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71AC-C220-448D-0F9C-EF12FC0F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9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0BB4-4CB6-EAD8-5309-285EC84C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7D837-0D5E-E859-707A-B5C417B05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F9E0-2E75-CD60-671B-C7A3F37B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9B353-B1D3-7A0D-471D-F1E52D92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8CDDC-3C14-5BE8-5A96-91E44B23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0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4A1A-72D6-0B59-432F-B2CB2988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0607-42AF-7E8A-497D-065FE8839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9ED40-9C96-5135-CD01-4F3779103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FDD1A-230B-D037-5914-E5C66EBAC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EBA28-FC05-D1C6-7EB1-C9B4276C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F8BDA-F7EC-7472-64B9-3A3B0C50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89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F0EC-1687-70B2-1A82-BFDE2D77E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F861C-07FA-B860-2BBB-80EC3BBB0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88993-44A3-6A64-9E09-77BCCF18A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C8696-1DDF-5DCB-3551-530099F09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5021E-896E-30BA-BFE7-8246A7546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01E922-5405-B487-9DA6-3616A3ED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5A525-7F93-98AC-7838-ADCD4A0A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BB39A-B1EB-4C36-FDC4-A8721846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6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52974-DADD-7936-FF83-75C3A464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5FE9E-E7F5-523A-76B9-40BE8831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4016A-2CAC-46A8-A915-93175767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6072D-ED6D-7042-3EE3-E1524E7B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6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D9CDBD-ABC9-222A-724B-46C2DD35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548AF-AE63-A11E-A801-7F948DDB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97ECA-8D8B-78E2-5D88-7E8C4995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51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5304-CF46-555D-B6FC-1442675A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12E6-3F90-91DF-D831-E04C657B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27006-2822-24F1-DF82-158C33A69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34BE1-2CC4-00CA-967B-839E6E59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18998-3C26-E3E0-A731-A760B140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6644D-8B8B-329A-3A20-D5DD6CA1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3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0803-998B-C747-62B2-FC003940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F37AE-A609-68B6-BC88-E087CC4D4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C7211-A4F1-DFB0-1295-16DB8C7BB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A2B5D-AAB5-7538-E9D9-CEAAA6E4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DB179-2F5E-0236-0CAD-782788EA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F79C0-C8EF-EE10-0941-7216B6F1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5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9905-6B7E-4724-B8F0-B32184592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8A17D-7BDB-595B-09CD-E2DDA8491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19782-F474-5BD8-4300-CDEF993F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B13D1-80BB-8309-5E84-4BAD75876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60C65-0901-3CF8-06A6-43520A06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99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89289-E61C-179E-D06E-D03678FD8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29419-037A-B6CB-F513-A9B6E84C6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B9110-63CB-06C2-3270-11C5121F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4D880-F53C-FAAC-31F0-7612BBBE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E2FB5-AA5F-BA73-4E3C-0A740AA2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6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3ACE3F-9734-A185-9A87-762DB50D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35112-929C-6EFE-0FA9-90EAE449D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E142F-619D-1C69-349A-7B3889169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58928-EA04-4106-A2EE-BD74FB73CD2B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78EEF-9E29-4037-8DA6-B6F16128A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25882-D55F-0152-0C16-B2540F5EA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7B917-9638-4B9C-94B9-76DFE657C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7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A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B3DB24-DD39-14FB-5CF7-43FB401E4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393" y="1542007"/>
            <a:ext cx="2857500" cy="1152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EC79E1-0D77-98C8-BF53-0B6CE0930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258" y="2823785"/>
            <a:ext cx="2712682" cy="2699005"/>
          </a:xfrm>
          <a:prstGeom prst="flowChartConnector">
            <a:avLst/>
          </a:prstGeom>
        </p:spPr>
      </p:pic>
      <p:pic>
        <p:nvPicPr>
          <p:cNvPr id="1026" name="Picture 2" descr="ASHA: Typical Speech and Language Development">
            <a:extLst>
              <a:ext uri="{FF2B5EF4-FFF2-40B4-BE49-F238E27FC236}">
                <a16:creationId xmlns:a16="http://schemas.microsoft.com/office/drawing/2014/main" id="{61573591-A96D-E9A1-01F6-6E0BBA1B5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8" y="1511252"/>
            <a:ext cx="4999512" cy="528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lk Tools Webinar – Heidi Miller Speech">
            <a:extLst>
              <a:ext uri="{FF2B5EF4-FFF2-40B4-BE49-F238E27FC236}">
                <a16:creationId xmlns:a16="http://schemas.microsoft.com/office/drawing/2014/main" id="{78562B36-E238-FF66-5C7D-92D8B8437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t="22491" b="25772"/>
          <a:stretch>
            <a:fillRect/>
          </a:stretch>
        </p:blipFill>
        <p:spPr bwMode="auto">
          <a:xfrm>
            <a:off x="8014447" y="5848372"/>
            <a:ext cx="3883505" cy="100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aufman Therapy Materials For Apraxia of Speech (CAS)">
            <a:extLst>
              <a:ext uri="{FF2B5EF4-FFF2-40B4-BE49-F238E27FC236}">
                <a16:creationId xmlns:a16="http://schemas.microsoft.com/office/drawing/2014/main" id="{5DAD435A-85CB-8754-447D-2334B87272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9815" t="6582" r="7162" b="29555"/>
          <a:stretch>
            <a:fillRect/>
          </a:stretch>
        </p:blipFill>
        <p:spPr bwMode="auto">
          <a:xfrm>
            <a:off x="5040411" y="4612981"/>
            <a:ext cx="2125730" cy="109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A9005F-AEC2-140A-48DC-AA3C0341A3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65344" y="1529889"/>
            <a:ext cx="2396149" cy="910437"/>
          </a:xfrm>
          <a:prstGeom prst="rect">
            <a:avLst/>
          </a:prstGeom>
        </p:spPr>
      </p:pic>
      <p:pic>
        <p:nvPicPr>
          <p:cNvPr id="1036" name="Picture 12" descr="🔠Let's continue learning about Lively Letters! The focus of Lively Letters  is lowercase letter sounds. But don't worry-- that's not all you can teach  with this program! Ever worked with a student">
            <a:extLst>
              <a:ext uri="{FF2B5EF4-FFF2-40B4-BE49-F238E27FC236}">
                <a16:creationId xmlns:a16="http://schemas.microsoft.com/office/drawing/2014/main" id="{9126A193-F4E6-A722-A1CF-D1B292463C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/>
          <a:srcRect l="7646" t="42892" r="9754" b="34864"/>
          <a:stretch>
            <a:fillRect/>
          </a:stretch>
        </p:blipFill>
        <p:spPr bwMode="auto">
          <a:xfrm>
            <a:off x="10272535" y="5584377"/>
            <a:ext cx="1723307" cy="46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4E8789-EB90-97AB-FB99-93F59326866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005359" y="2107995"/>
            <a:ext cx="2338143" cy="753674"/>
          </a:xfrm>
          <a:prstGeom prst="rect">
            <a:avLst/>
          </a:prstGeom>
        </p:spPr>
      </p:pic>
      <p:pic>
        <p:nvPicPr>
          <p:cNvPr id="1038" name="Picture 14" descr="Orton-Gillingham Academy">
            <a:extLst>
              <a:ext uri="{FF2B5EF4-FFF2-40B4-BE49-F238E27FC236}">
                <a16:creationId xmlns:a16="http://schemas.microsoft.com/office/drawing/2014/main" id="{C6C6F036-4F34-8EBD-137F-4F0B070FD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7062093" y="2526020"/>
            <a:ext cx="2310165" cy="239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lly of Stuttering® Seal">
            <a:extLst>
              <a:ext uri="{FF2B5EF4-FFF2-40B4-BE49-F238E27FC236}">
                <a16:creationId xmlns:a16="http://schemas.microsoft.com/office/drawing/2014/main" id="{BBAA35C5-E88C-2753-C184-51BB20A75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200" y="2810458"/>
            <a:ext cx="1812638" cy="172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FB5C746F-D28F-418A-F3A5-82F2658B1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001" y="4920116"/>
            <a:ext cx="2964557" cy="83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D66149-9A0D-26F0-8851-64FD1FF0F4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r="4385" b="4235"/>
          <a:stretch>
            <a:fillRect/>
          </a:stretch>
        </p:blipFill>
        <p:spPr>
          <a:xfrm>
            <a:off x="4610818" y="5774173"/>
            <a:ext cx="3717702" cy="9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87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Kathleen Winger</dc:creator>
  <cp:lastModifiedBy>Kathleen Winger</cp:lastModifiedBy>
  <cp:revision>8</cp:revision>
  <dcterms:created xsi:type="dcterms:W3CDTF">2026-04-12T23:38:28Z</dcterms:created>
  <dcterms:modified xsi:type="dcterms:W3CDTF">2026-04-13T01:26:17Z</dcterms:modified>
</cp:coreProperties>
</file>